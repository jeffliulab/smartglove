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0A8036-F9A4-4DA7-9283-7FF48D48E2EB}" v="10" dt="2025-03-30T23:56:15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Liu" userId="77e37fb16ff58491" providerId="LiveId" clId="{3C0A8036-F9A4-4DA7-9283-7FF48D48E2EB}"/>
    <pc:docChg chg="undo custSel addSld modSld">
      <pc:chgData name="Jeff Liu" userId="77e37fb16ff58491" providerId="LiveId" clId="{3C0A8036-F9A4-4DA7-9283-7FF48D48E2EB}" dt="2025-03-31T00:03:37.135" v="255" actId="478"/>
      <pc:docMkLst>
        <pc:docMk/>
      </pc:docMkLst>
      <pc:sldChg chg="addSp modSp mod">
        <pc:chgData name="Jeff Liu" userId="77e37fb16ff58491" providerId="LiveId" clId="{3C0A8036-F9A4-4DA7-9283-7FF48D48E2EB}" dt="2025-03-30T23:53:05.854" v="65" actId="14100"/>
        <pc:sldMkLst>
          <pc:docMk/>
          <pc:sldMk cId="3097969045" sldId="256"/>
        </pc:sldMkLst>
        <pc:spChg chg="add mod">
          <ac:chgData name="Jeff Liu" userId="77e37fb16ff58491" providerId="LiveId" clId="{3C0A8036-F9A4-4DA7-9283-7FF48D48E2EB}" dt="2025-03-30T23:51:26.422" v="38" actId="1076"/>
          <ac:spMkLst>
            <pc:docMk/>
            <pc:sldMk cId="3097969045" sldId="256"/>
            <ac:spMk id="4" creationId="{C6C1F5F1-0686-108B-C6E3-4AC5998D09F7}"/>
          </ac:spMkLst>
        </pc:spChg>
        <pc:spChg chg="mod">
          <ac:chgData name="Jeff Liu" userId="77e37fb16ff58491" providerId="LiveId" clId="{3C0A8036-F9A4-4DA7-9283-7FF48D48E2EB}" dt="2025-03-30T23:49:43.137" v="16" actId="1076"/>
          <ac:spMkLst>
            <pc:docMk/>
            <pc:sldMk cId="3097969045" sldId="256"/>
            <ac:spMk id="8" creationId="{43049DA7-18C0-21AE-5CAF-A0BDEE35DBA3}"/>
          </ac:spMkLst>
        </pc:spChg>
        <pc:spChg chg="mod">
          <ac:chgData name="Jeff Liu" userId="77e37fb16ff58491" providerId="LiveId" clId="{3C0A8036-F9A4-4DA7-9283-7FF48D48E2EB}" dt="2025-03-30T23:51:08.904" v="22" actId="1076"/>
          <ac:spMkLst>
            <pc:docMk/>
            <pc:sldMk cId="3097969045" sldId="256"/>
            <ac:spMk id="11" creationId="{9FB77751-2216-089B-8D87-EB6141BB6D9D}"/>
          </ac:spMkLst>
        </pc:spChg>
        <pc:spChg chg="mod">
          <ac:chgData name="Jeff Liu" userId="77e37fb16ff58491" providerId="LiveId" clId="{3C0A8036-F9A4-4DA7-9283-7FF48D48E2EB}" dt="2025-03-30T23:49:27.712" v="9" actId="1076"/>
          <ac:spMkLst>
            <pc:docMk/>
            <pc:sldMk cId="3097969045" sldId="256"/>
            <ac:spMk id="14" creationId="{26A170FE-A3DE-0755-ADF6-FB3D1995D4A3}"/>
          </ac:spMkLst>
        </pc:spChg>
        <pc:spChg chg="add mod">
          <ac:chgData name="Jeff Liu" userId="77e37fb16ff58491" providerId="LiveId" clId="{3C0A8036-F9A4-4DA7-9283-7FF48D48E2EB}" dt="2025-03-30T23:52:49.683" v="61" actId="1076"/>
          <ac:spMkLst>
            <pc:docMk/>
            <pc:sldMk cId="3097969045" sldId="256"/>
            <ac:spMk id="16" creationId="{F4B7F8C0-746A-F249-006E-42886C399D1C}"/>
          </ac:spMkLst>
        </pc:spChg>
        <pc:picChg chg="add mod">
          <ac:chgData name="Jeff Liu" userId="77e37fb16ff58491" providerId="LiveId" clId="{3C0A8036-F9A4-4DA7-9283-7FF48D48E2EB}" dt="2025-03-30T23:51:24.709" v="37" actId="1076"/>
          <ac:picMkLst>
            <pc:docMk/>
            <pc:sldMk cId="3097969045" sldId="256"/>
            <ac:picMk id="3" creationId="{3CE80554-EBA0-8BEA-1000-A9EB581DEC1B}"/>
          </ac:picMkLst>
        </pc:picChg>
        <pc:picChg chg="mod">
          <ac:chgData name="Jeff Liu" userId="77e37fb16ff58491" providerId="LiveId" clId="{3C0A8036-F9A4-4DA7-9283-7FF48D48E2EB}" dt="2025-03-30T23:49:34.344" v="12" actId="1076"/>
          <ac:picMkLst>
            <pc:docMk/>
            <pc:sldMk cId="3097969045" sldId="256"/>
            <ac:picMk id="5" creationId="{B8414898-E64D-5E47-DC74-E4CC7A6AB258}"/>
          </ac:picMkLst>
        </pc:picChg>
        <pc:picChg chg="mod">
          <ac:chgData name="Jeff Liu" userId="77e37fb16ff58491" providerId="LiveId" clId="{3C0A8036-F9A4-4DA7-9283-7FF48D48E2EB}" dt="2025-03-30T23:49:41.039" v="15" actId="1076"/>
          <ac:picMkLst>
            <pc:docMk/>
            <pc:sldMk cId="3097969045" sldId="256"/>
            <ac:picMk id="7" creationId="{BBAD8D2C-76F4-A9D1-A6D9-4D9AA8388D2B}"/>
          </ac:picMkLst>
        </pc:picChg>
        <pc:picChg chg="add mod">
          <ac:chgData name="Jeff Liu" userId="77e37fb16ff58491" providerId="LiveId" clId="{3C0A8036-F9A4-4DA7-9283-7FF48D48E2EB}" dt="2025-03-30T23:52:29.714" v="51" actId="1076"/>
          <ac:picMkLst>
            <pc:docMk/>
            <pc:sldMk cId="3097969045" sldId="256"/>
            <ac:picMk id="9" creationId="{6B681FED-C9C2-421F-467C-D726A57BB567}"/>
          </ac:picMkLst>
        </pc:picChg>
        <pc:picChg chg="mod">
          <ac:chgData name="Jeff Liu" userId="77e37fb16ff58491" providerId="LiveId" clId="{3C0A8036-F9A4-4DA7-9283-7FF48D48E2EB}" dt="2025-03-30T23:49:25.529" v="8" actId="1076"/>
          <ac:picMkLst>
            <pc:docMk/>
            <pc:sldMk cId="3097969045" sldId="256"/>
            <ac:picMk id="13" creationId="{05AD9E83-F690-ECB5-E7D3-F9A6B30798EC}"/>
          </ac:picMkLst>
        </pc:picChg>
        <pc:cxnChg chg="add mod">
          <ac:chgData name="Jeff Liu" userId="77e37fb16ff58491" providerId="LiveId" clId="{3C0A8036-F9A4-4DA7-9283-7FF48D48E2EB}" dt="2025-03-30T23:52:28.432" v="50" actId="1076"/>
          <ac:cxnSpMkLst>
            <pc:docMk/>
            <pc:sldMk cId="3097969045" sldId="256"/>
            <ac:cxnSpMk id="10" creationId="{B1A69CF7-A2AD-2DAA-44AD-A7F3CE97ECCD}"/>
          </ac:cxnSpMkLst>
        </pc:cxnChg>
        <pc:cxnChg chg="add mod">
          <ac:chgData name="Jeff Liu" userId="77e37fb16ff58491" providerId="LiveId" clId="{3C0A8036-F9A4-4DA7-9283-7FF48D48E2EB}" dt="2025-03-30T23:53:05.854" v="65" actId="14100"/>
          <ac:cxnSpMkLst>
            <pc:docMk/>
            <pc:sldMk cId="3097969045" sldId="256"/>
            <ac:cxnSpMk id="17" creationId="{91817069-7825-C361-EC09-6271B0D3CFA9}"/>
          </ac:cxnSpMkLst>
        </pc:cxnChg>
        <pc:cxnChg chg="mod">
          <ac:chgData name="Jeff Liu" userId="77e37fb16ff58491" providerId="LiveId" clId="{3C0A8036-F9A4-4DA7-9283-7FF48D48E2EB}" dt="2025-03-30T23:49:39.939" v="14" actId="14100"/>
          <ac:cxnSpMkLst>
            <pc:docMk/>
            <pc:sldMk cId="3097969045" sldId="256"/>
            <ac:cxnSpMk id="20" creationId="{E1803680-CB47-029D-8D2E-433CFA76D864}"/>
          </ac:cxnSpMkLst>
        </pc:cxnChg>
        <pc:cxnChg chg="mod">
          <ac:chgData name="Jeff Liu" userId="77e37fb16ff58491" providerId="LiveId" clId="{3C0A8036-F9A4-4DA7-9283-7FF48D48E2EB}" dt="2025-03-30T23:49:32.979" v="11" actId="14100"/>
          <ac:cxnSpMkLst>
            <pc:docMk/>
            <pc:sldMk cId="3097969045" sldId="256"/>
            <ac:cxnSpMk id="22" creationId="{C7492693-207A-4F08-20A7-DFD2798D7E6B}"/>
          </ac:cxnSpMkLst>
        </pc:cxnChg>
      </pc:sldChg>
      <pc:sldChg chg="addSp delSp modSp new mod setBg">
        <pc:chgData name="Jeff Liu" userId="77e37fb16ff58491" providerId="LiveId" clId="{3C0A8036-F9A4-4DA7-9283-7FF48D48E2EB}" dt="2025-03-30T23:59:49.075" v="232" actId="20577"/>
        <pc:sldMkLst>
          <pc:docMk/>
          <pc:sldMk cId="2943039023" sldId="257"/>
        </pc:sldMkLst>
        <pc:spChg chg="del">
          <ac:chgData name="Jeff Liu" userId="77e37fb16ff58491" providerId="LiveId" clId="{3C0A8036-F9A4-4DA7-9283-7FF48D48E2EB}" dt="2025-03-30T23:53:33.571" v="67" actId="478"/>
          <ac:spMkLst>
            <pc:docMk/>
            <pc:sldMk cId="2943039023" sldId="257"/>
            <ac:spMk id="2" creationId="{F662566A-7418-A013-BCA0-A6E3396BB7C6}"/>
          </ac:spMkLst>
        </pc:spChg>
        <pc:spChg chg="del">
          <ac:chgData name="Jeff Liu" userId="77e37fb16ff58491" providerId="LiveId" clId="{3C0A8036-F9A4-4DA7-9283-7FF48D48E2EB}" dt="2025-03-30T23:53:34.678" v="68" actId="478"/>
          <ac:spMkLst>
            <pc:docMk/>
            <pc:sldMk cId="2943039023" sldId="257"/>
            <ac:spMk id="3" creationId="{50050DB1-9CAF-B4DC-448E-B55801C3E581}"/>
          </ac:spMkLst>
        </pc:spChg>
        <pc:spChg chg="add mod">
          <ac:chgData name="Jeff Liu" userId="77e37fb16ff58491" providerId="LiveId" clId="{3C0A8036-F9A4-4DA7-9283-7FF48D48E2EB}" dt="2025-03-30T23:59:19.772" v="200" actId="20577"/>
          <ac:spMkLst>
            <pc:docMk/>
            <pc:sldMk cId="2943039023" sldId="257"/>
            <ac:spMk id="5" creationId="{5FBF743E-6A32-E0EC-03C7-B0F2DFF84F6C}"/>
          </ac:spMkLst>
        </pc:spChg>
        <pc:spChg chg="add mod">
          <ac:chgData name="Jeff Liu" userId="77e37fb16ff58491" providerId="LiveId" clId="{3C0A8036-F9A4-4DA7-9283-7FF48D48E2EB}" dt="2025-03-30T23:56:44.770" v="138" actId="14100"/>
          <ac:spMkLst>
            <pc:docMk/>
            <pc:sldMk cId="2943039023" sldId="257"/>
            <ac:spMk id="8" creationId="{52D76FC4-C666-4143-2573-BDF5B3D0B201}"/>
          </ac:spMkLst>
        </pc:spChg>
        <pc:spChg chg="add mod">
          <ac:chgData name="Jeff Liu" userId="77e37fb16ff58491" providerId="LiveId" clId="{3C0A8036-F9A4-4DA7-9283-7FF48D48E2EB}" dt="2025-03-30T23:56:40.413" v="136" actId="14100"/>
          <ac:spMkLst>
            <pc:docMk/>
            <pc:sldMk cId="2943039023" sldId="257"/>
            <ac:spMk id="9" creationId="{4CEC7ECF-D13D-078E-0F77-35BB0E632E9C}"/>
          </ac:spMkLst>
        </pc:spChg>
        <pc:spChg chg="add mod">
          <ac:chgData name="Jeff Liu" userId="77e37fb16ff58491" providerId="LiveId" clId="{3C0A8036-F9A4-4DA7-9283-7FF48D48E2EB}" dt="2025-03-30T23:56:18.079" v="131" actId="1076"/>
          <ac:spMkLst>
            <pc:docMk/>
            <pc:sldMk cId="2943039023" sldId="257"/>
            <ac:spMk id="10" creationId="{278911C8-9388-234A-FB01-B18D8D6E6617}"/>
          </ac:spMkLst>
        </pc:spChg>
        <pc:spChg chg="add del">
          <ac:chgData name="Jeff Liu" userId="77e37fb16ff58491" providerId="LiveId" clId="{3C0A8036-F9A4-4DA7-9283-7FF48D48E2EB}" dt="2025-03-30T23:55:18.201" v="110" actId="26606"/>
          <ac:spMkLst>
            <pc:docMk/>
            <pc:sldMk cId="2943039023" sldId="257"/>
            <ac:spMk id="12" creationId="{A7AE9375-4664-4DB2-922D-2782A6E439AC}"/>
          </ac:spMkLst>
        </pc:spChg>
        <pc:spChg chg="add mod">
          <ac:chgData name="Jeff Liu" userId="77e37fb16ff58491" providerId="LiveId" clId="{3C0A8036-F9A4-4DA7-9283-7FF48D48E2EB}" dt="2025-03-30T23:59:29.367" v="204" actId="1076"/>
          <ac:spMkLst>
            <pc:docMk/>
            <pc:sldMk cId="2943039023" sldId="257"/>
            <ac:spMk id="13" creationId="{E5B918A3-C9B7-4240-4431-C8DAB44B33B5}"/>
          </ac:spMkLst>
        </pc:spChg>
        <pc:spChg chg="add mod">
          <ac:chgData name="Jeff Liu" userId="77e37fb16ff58491" providerId="LiveId" clId="{3C0A8036-F9A4-4DA7-9283-7FF48D48E2EB}" dt="2025-03-30T23:59:49.075" v="232" actId="20577"/>
          <ac:spMkLst>
            <pc:docMk/>
            <pc:sldMk cId="2943039023" sldId="257"/>
            <ac:spMk id="15" creationId="{913F13BE-864A-24B1-B950-EDB65022B6EF}"/>
          </ac:spMkLst>
        </pc:spChg>
        <pc:spChg chg="add del">
          <ac:chgData name="Jeff Liu" userId="77e37fb16ff58491" providerId="LiveId" clId="{3C0A8036-F9A4-4DA7-9283-7FF48D48E2EB}" dt="2025-03-30T23:55:18.201" v="110" actId="26606"/>
          <ac:spMkLst>
            <pc:docMk/>
            <pc:sldMk cId="2943039023" sldId="257"/>
            <ac:spMk id="16" creationId="{C87417AF-190E-4D6E-AFA6-7D3E84B0B430}"/>
          </ac:spMkLst>
        </pc:spChg>
        <pc:spChg chg="add del">
          <ac:chgData name="Jeff Liu" userId="77e37fb16ff58491" providerId="LiveId" clId="{3C0A8036-F9A4-4DA7-9283-7FF48D48E2EB}" dt="2025-03-30T23:55:18.201" v="110" actId="26606"/>
          <ac:spMkLst>
            <pc:docMk/>
            <pc:sldMk cId="2943039023" sldId="257"/>
            <ac:spMk id="18" creationId="{80B30ED8-273E-4C07-8568-2FE5CC5C483D}"/>
          </ac:spMkLst>
        </pc:spChg>
        <pc:picChg chg="add mod ord">
          <ac:chgData name="Jeff Liu" userId="77e37fb16ff58491" providerId="LiveId" clId="{3C0A8036-F9A4-4DA7-9283-7FF48D48E2EB}" dt="2025-03-30T23:56:52.394" v="139" actId="1076"/>
          <ac:picMkLst>
            <pc:docMk/>
            <pc:sldMk cId="2943039023" sldId="257"/>
            <ac:picMk id="4" creationId="{7E255FB1-23AF-D07E-A81A-435C2B7F9B2F}"/>
          </ac:picMkLst>
        </pc:picChg>
        <pc:picChg chg="add mod ord">
          <ac:chgData name="Jeff Liu" userId="77e37fb16ff58491" providerId="LiveId" clId="{3C0A8036-F9A4-4DA7-9283-7FF48D48E2EB}" dt="2025-03-30T23:55:30.443" v="117" actId="1076"/>
          <ac:picMkLst>
            <pc:docMk/>
            <pc:sldMk cId="2943039023" sldId="257"/>
            <ac:picMk id="6" creationId="{835B0E22-4FF5-DE44-E0E8-BC9DE58328B6}"/>
          </ac:picMkLst>
        </pc:picChg>
        <pc:picChg chg="add mod">
          <ac:chgData name="Jeff Liu" userId="77e37fb16ff58491" providerId="LiveId" clId="{3C0A8036-F9A4-4DA7-9283-7FF48D48E2EB}" dt="2025-03-30T23:57:06.825" v="141" actId="1076"/>
          <ac:picMkLst>
            <pc:docMk/>
            <pc:sldMk cId="2943039023" sldId="257"/>
            <ac:picMk id="7" creationId="{61995AE2-5A3F-7834-AFC5-0CF1A169041A}"/>
          </ac:picMkLst>
        </pc:picChg>
        <pc:cxnChg chg="add del">
          <ac:chgData name="Jeff Liu" userId="77e37fb16ff58491" providerId="LiveId" clId="{3C0A8036-F9A4-4DA7-9283-7FF48D48E2EB}" dt="2025-03-30T23:55:18.201" v="110" actId="26606"/>
          <ac:cxnSpMkLst>
            <pc:docMk/>
            <pc:sldMk cId="2943039023" sldId="257"/>
            <ac:cxnSpMk id="14" creationId="{EE504C98-6397-41C1-A8D8-2D9C4ED307E0}"/>
          </ac:cxnSpMkLst>
        </pc:cxnChg>
      </pc:sldChg>
      <pc:sldChg chg="addSp delSp modSp new mod">
        <pc:chgData name="Jeff Liu" userId="77e37fb16ff58491" providerId="LiveId" clId="{3C0A8036-F9A4-4DA7-9283-7FF48D48E2EB}" dt="2025-03-31T00:03:37.135" v="255" actId="478"/>
        <pc:sldMkLst>
          <pc:docMk/>
          <pc:sldMk cId="3324873087" sldId="258"/>
        </pc:sldMkLst>
        <pc:spChg chg="mod">
          <ac:chgData name="Jeff Liu" userId="77e37fb16ff58491" providerId="LiveId" clId="{3C0A8036-F9A4-4DA7-9283-7FF48D48E2EB}" dt="2025-03-31T00:02:43.641" v="242" actId="20577"/>
          <ac:spMkLst>
            <pc:docMk/>
            <pc:sldMk cId="3324873087" sldId="258"/>
            <ac:spMk id="2" creationId="{539CAC0D-E264-EE17-EF90-DBF4239B969F}"/>
          </ac:spMkLst>
        </pc:spChg>
        <pc:spChg chg="del mod">
          <ac:chgData name="Jeff Liu" userId="77e37fb16ff58491" providerId="LiveId" clId="{3C0A8036-F9A4-4DA7-9283-7FF48D48E2EB}" dt="2025-03-31T00:03:37.135" v="255" actId="478"/>
          <ac:spMkLst>
            <pc:docMk/>
            <pc:sldMk cId="3324873087" sldId="258"/>
            <ac:spMk id="3" creationId="{7B01AFEB-7DD4-98E6-62E7-FCF43F3CD8FA}"/>
          </ac:spMkLst>
        </pc:spChg>
        <pc:spChg chg="add mod">
          <ac:chgData name="Jeff Liu" userId="77e37fb16ff58491" providerId="LiveId" clId="{3C0A8036-F9A4-4DA7-9283-7FF48D48E2EB}" dt="2025-03-31T00:03:37.135" v="255" actId="478"/>
          <ac:spMkLst>
            <pc:docMk/>
            <pc:sldMk cId="3324873087" sldId="258"/>
            <ac:spMk id="5" creationId="{2454CAAE-61A0-91E3-C40A-6F16D1D51F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18260-E15C-45CF-AC32-F57EAF381D77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F2246E-937B-43C4-A327-4B4B73DC6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53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F2246E-937B-43C4-A327-4B4B73DC6C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82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DC16A-56F7-24BA-76E9-A0F07FF84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1C5053-C797-D26A-96F5-C5CD228DF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D0CD91-9878-6D92-4083-987787F7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A62D7-9043-6133-BD32-CFF080318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589331-50EC-8EC7-0B99-881DA54E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0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868E63-4754-D24C-AE63-D6241923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346700-E525-C690-D1A9-170DA6A40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3824D9-B841-76BA-ADD0-D694019CD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9B814E-B6A3-7C5C-565A-54087FDF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8F27E5-E013-5EAB-2A28-955D545D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31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D5DEA3-DCBD-E004-3C91-16A992D8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C57A5D-57DF-6E14-D77C-E7BFFE59D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404775-3BB8-2D6B-37C0-A2C959314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F98208-EF2F-0421-1467-937A9F12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D44B03-0A4F-F40D-CA77-231EF980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591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F41A5-1A01-CCE4-4676-CBEDF8A05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1EBE8F-6831-BD41-8F0D-01570574C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993F85-AD73-7453-5621-1BC822272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2B0F04-24D3-1B60-9D5B-B5D550C39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E7BD1D-8A41-1E94-98F4-A7C611DA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2A4344-17DB-0D78-0B6F-610684A7F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0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B7919-E277-7DD8-307C-A69A24DA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7A1CD07-E1DF-B24F-CA9C-356E2D73C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BBC78D-C01E-67A3-CAA9-A38B8ADB9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95C34A-6CB7-C509-6DC0-F46DA9A57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B9B05C-D2F9-8C99-C6EB-A0C02E9EE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36A5D1-179B-491C-124C-5EC30E7F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07BDAD-FA05-891E-543E-B00C458B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0DBE50D-6C12-8B48-9BCF-6A0FB082E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4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C43A4-59DB-FE9F-8F03-552770863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683255-4876-A4F4-A50F-B359BE6AC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BFF23D-E856-158C-EE5C-4B2C70BF7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895458-B2AE-4622-51AB-92B786D9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262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288348-86D8-D740-5DED-00EACD18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8D9A028-4860-BC05-1CC4-A87956083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AAF930-7E70-4EBB-5118-E1B841B7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2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2A9741-9C0C-5A10-EA24-D6B33062E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FBB8F9-0AFC-1117-ECF9-6BF80C923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A57ACA-3010-9D18-EF21-57C192CFD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9E9ABD-17C3-573B-3B0E-E5FFAF173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65AC3F-195B-E4D0-7FC0-5425CD30D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46E1E9-E8A5-8B4C-5C69-4B204CC1C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87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73985E-F3FE-A1AC-01BE-4D8D3D4A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01DF04-02D1-1982-B42D-AECDEDA2D3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091876-6662-939C-20C4-05D88B7B6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10C708-2D69-BD47-FA3D-B0B031272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AB0B44-9165-592B-D532-47BC22F65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ECA39D-88D2-5D90-9FD8-50732321B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9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611E0-8FCB-1084-B97D-FA751BFE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C8DDB8-F33B-108E-BF2D-97DD29A26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7019B7-AC62-F619-E957-8C83243A7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C0DD5B-C94A-F426-29A1-AF576A1B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DDFEA1-7BB2-4CE6-03A0-BF7C6CA9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62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889D87-05FA-933F-CA46-9AFB5A6175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D20964-AE9D-E55E-488C-650BD1692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059BA6-31D0-399F-DB7E-04999CCA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F180D0-83AD-E791-9902-E7A180F4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4F806B-AFEC-E343-EF83-2FA723BD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5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EC8E9B3-6324-E9DE-95D6-90022AB5E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4969CD-EC58-E301-8F63-0B9323D15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4729DF-C153-40B0-D891-98EC8182A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46734-E080-4DE2-8B5F-CD714B97F113}" type="datetimeFigureOut">
              <a:rPr lang="en-US" smtClean="0"/>
              <a:t>3/30/2025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82B8AD-7973-378C-89D1-286AF48D3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BF4E29-0FF3-1AEF-5910-5ECB3A338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BA3D8F-9A6E-4862-A8C4-5AD66B192E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93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8414898-E64D-5E47-DC74-E4CC7A6AB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645" y="171267"/>
            <a:ext cx="3791479" cy="26673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AD8D2C-76F4-A9D1-A6D9-4D9AA8388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37" y="549840"/>
            <a:ext cx="808664" cy="12926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3049DA7-18C0-21AE-5CAF-A0BDEE35DBA3}"/>
              </a:ext>
            </a:extLst>
          </p:cNvPr>
          <p:cNvSpPr txBox="1"/>
          <p:nvPr/>
        </p:nvSpPr>
        <p:spPr>
          <a:xfrm>
            <a:off x="618730" y="1885159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MPU9250</a:t>
            </a:r>
            <a:endParaRPr 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B77751-2216-089B-8D87-EB6141BB6D9D}"/>
              </a:ext>
            </a:extLst>
          </p:cNvPr>
          <p:cNvSpPr txBox="1"/>
          <p:nvPr/>
        </p:nvSpPr>
        <p:spPr>
          <a:xfrm>
            <a:off x="5222203" y="2921170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Raspberry Pi 4B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5AD9E83-F690-ECB5-E7D3-F9A6B3079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973" y="398602"/>
            <a:ext cx="1383441" cy="150733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6A170FE-A3DE-0755-ADF6-FB3D1995D4A3}"/>
              </a:ext>
            </a:extLst>
          </p:cNvPr>
          <p:cNvSpPr txBox="1"/>
          <p:nvPr/>
        </p:nvSpPr>
        <p:spPr>
          <a:xfrm>
            <a:off x="9909068" y="2084186"/>
            <a:ext cx="19748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Computing Server</a:t>
            </a:r>
          </a:p>
          <a:p>
            <a:r>
              <a:rPr lang="en-US" dirty="0"/>
              <a:t>(Now is my PC)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1803680-CB47-029D-8D2E-433CFA76D864}"/>
              </a:ext>
            </a:extLst>
          </p:cNvPr>
          <p:cNvCxnSpPr>
            <a:cxnSpLocks/>
          </p:cNvCxnSpPr>
          <p:nvPr/>
        </p:nvCxnSpPr>
        <p:spPr>
          <a:xfrm>
            <a:off x="1877895" y="1329734"/>
            <a:ext cx="19331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7492693-207A-4F08-20A7-DFD2798D7E6B}"/>
              </a:ext>
            </a:extLst>
          </p:cNvPr>
          <p:cNvCxnSpPr>
            <a:cxnSpLocks/>
          </p:cNvCxnSpPr>
          <p:nvPr/>
        </p:nvCxnSpPr>
        <p:spPr>
          <a:xfrm>
            <a:off x="8068451" y="1380289"/>
            <a:ext cx="1484133" cy="5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3CE80554-EBA0-8BEA-1000-A9EB581DEC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970" y="4140164"/>
            <a:ext cx="1933128" cy="16080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6C1F5F1-0686-108B-C6E3-4AC5998D09F7}"/>
              </a:ext>
            </a:extLst>
          </p:cNvPr>
          <p:cNvSpPr txBox="1"/>
          <p:nvPr/>
        </p:nvSpPr>
        <p:spPr>
          <a:xfrm>
            <a:off x="3300436" y="5748191"/>
            <a:ext cx="2256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Raspberry Pi </a:t>
            </a:r>
            <a:r>
              <a:rPr lang="en-US" altLang="zh-CN" dirty="0"/>
              <a:t>PICO W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B681FED-C9C2-421F-467C-D726A57BB5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642" y="4317498"/>
            <a:ext cx="1074390" cy="1210768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1A69CF7-A2AD-2DAA-44AD-A7F3CE97ECCD}"/>
              </a:ext>
            </a:extLst>
          </p:cNvPr>
          <p:cNvCxnSpPr>
            <a:cxnSpLocks/>
          </p:cNvCxnSpPr>
          <p:nvPr/>
        </p:nvCxnSpPr>
        <p:spPr>
          <a:xfrm>
            <a:off x="2051440" y="5076518"/>
            <a:ext cx="11406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4B7F8C0-746A-F249-006E-42886C399D1C}"/>
              </a:ext>
            </a:extLst>
          </p:cNvPr>
          <p:cNvSpPr txBox="1"/>
          <p:nvPr/>
        </p:nvSpPr>
        <p:spPr>
          <a:xfrm>
            <a:off x="931802" y="5748191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FSR402</a:t>
            </a:r>
            <a:endParaRPr lang="en-US" dirty="0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1817069-7825-C361-EC09-6271B0D3CFA9}"/>
              </a:ext>
            </a:extLst>
          </p:cNvPr>
          <p:cNvCxnSpPr>
            <a:cxnSpLocks/>
          </p:cNvCxnSpPr>
          <p:nvPr/>
        </p:nvCxnSpPr>
        <p:spPr>
          <a:xfrm flipV="1">
            <a:off x="4824772" y="3105836"/>
            <a:ext cx="0" cy="12050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96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E255FB1-23AF-D07E-A81A-435C2B7F9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49" y="142861"/>
            <a:ext cx="1751934" cy="145730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FBF743E-6A32-E0EC-03C7-B0F2DFF84F6C}"/>
              </a:ext>
            </a:extLst>
          </p:cNvPr>
          <p:cNvSpPr txBox="1"/>
          <p:nvPr/>
        </p:nvSpPr>
        <p:spPr>
          <a:xfrm>
            <a:off x="656729" y="2061052"/>
            <a:ext cx="1883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Analogue Signals</a:t>
            </a:r>
          </a:p>
          <a:p>
            <a:r>
              <a:rPr lang="en-US" dirty="0"/>
              <a:t>=&gt; Digital Data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35B0E22-4FF5-DE44-E0E8-BC9DE5832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94" y="253027"/>
            <a:ext cx="1924355" cy="13538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1995AE2-5A3F-7834-AFC5-0CF1A1690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406" y="435721"/>
            <a:ext cx="967627" cy="1054281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52D76FC4-C666-4143-2573-BDF5B3D0B201}"/>
              </a:ext>
            </a:extLst>
          </p:cNvPr>
          <p:cNvSpPr/>
          <p:nvPr/>
        </p:nvSpPr>
        <p:spPr>
          <a:xfrm>
            <a:off x="446971" y="1761294"/>
            <a:ext cx="2480336" cy="4743622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CEC7ECF-D13D-078E-0F77-35BB0E632E9C}"/>
              </a:ext>
            </a:extLst>
          </p:cNvPr>
          <p:cNvSpPr/>
          <p:nvPr/>
        </p:nvSpPr>
        <p:spPr>
          <a:xfrm>
            <a:off x="3803864" y="1761294"/>
            <a:ext cx="4100480" cy="4743622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78911C8-9388-234A-FB01-B18D8D6E6617}"/>
              </a:ext>
            </a:extLst>
          </p:cNvPr>
          <p:cNvSpPr/>
          <p:nvPr/>
        </p:nvSpPr>
        <p:spPr>
          <a:xfrm>
            <a:off x="8388137" y="1761294"/>
            <a:ext cx="3356892" cy="4743622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5B918A3-C9B7-4240-4431-C8DAB44B33B5}"/>
              </a:ext>
            </a:extLst>
          </p:cNvPr>
          <p:cNvSpPr txBox="1"/>
          <p:nvPr/>
        </p:nvSpPr>
        <p:spPr>
          <a:xfrm>
            <a:off x="606275" y="3429000"/>
            <a:ext cx="2161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main.py </a:t>
            </a:r>
          </a:p>
          <a:p>
            <a:r>
              <a:rPr lang="en-US" dirty="0"/>
              <a:t>- Force Sensor Data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13F13BE-864A-24B1-B950-EDB65022B6EF}"/>
              </a:ext>
            </a:extLst>
          </p:cNvPr>
          <p:cNvSpPr/>
          <p:nvPr/>
        </p:nvSpPr>
        <p:spPr>
          <a:xfrm>
            <a:off x="637984" y="2933444"/>
            <a:ext cx="2019299" cy="4955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Force Sensor</a:t>
            </a:r>
          </a:p>
        </p:txBody>
      </p:sp>
    </p:spTree>
    <p:extLst>
      <p:ext uri="{BB962C8B-B14F-4D97-AF65-F5344CB8AC3E}">
        <p14:creationId xmlns:p14="http://schemas.microsoft.com/office/powerpoint/2010/main" val="294303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9CAC0D-E264-EE17-EF90-DBF4239B9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电路图</a:t>
            </a:r>
            <a:endParaRPr 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454CAAE-61A0-91E3-C40A-6F16D1D51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73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</Words>
  <Application>Microsoft Office PowerPoint</Application>
  <PresentationFormat>宽屏</PresentationFormat>
  <Paragraphs>13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  <vt:lpstr>电路图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Liu</dc:creator>
  <cp:lastModifiedBy>Jeff Liu</cp:lastModifiedBy>
  <cp:revision>1</cp:revision>
  <dcterms:created xsi:type="dcterms:W3CDTF">2025-03-09T07:41:26Z</dcterms:created>
  <dcterms:modified xsi:type="dcterms:W3CDTF">2025-03-31T00:03:38Z</dcterms:modified>
</cp:coreProperties>
</file>